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tha Jeyasri A 24BAD106" userId="83733da1-22b8-4121-9cbd-c6e2835a89e0" providerId="ADAL" clId="{0BCD6231-3D53-46F3-A384-E16EFE2462BD}"/>
    <pc:docChg chg="undo redo custSel addSld delSld modSld">
      <pc:chgData name="Sastha Jeyasri A 24BAD106" userId="83733da1-22b8-4121-9cbd-c6e2835a89e0" providerId="ADAL" clId="{0BCD6231-3D53-46F3-A384-E16EFE2462BD}" dt="2026-08-19T13:41:25.374" v="44" actId="26606"/>
      <pc:docMkLst>
        <pc:docMk/>
      </pc:docMkLst>
      <pc:sldChg chg="addSp delSp modSp mod setBg">
        <pc:chgData name="Sastha Jeyasri A 24BAD106" userId="83733da1-22b8-4121-9cbd-c6e2835a89e0" providerId="ADAL" clId="{0BCD6231-3D53-46F3-A384-E16EFE2462BD}" dt="2026-08-19T13:41:25.374" v="44" actId="26606"/>
        <pc:sldMkLst>
          <pc:docMk/>
          <pc:sldMk cId="95992585" sldId="256"/>
        </pc:sldMkLst>
        <pc:spChg chg="mo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" creationId="{4DF271E0-F6E2-49BA-AD67-478FE9FB94D6}"/>
          </ac:spMkLst>
        </pc:spChg>
        <pc:spChg chg="mo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3" creationId="{789EABDB-A36E-43AB-A339-5F3701D453A8}"/>
          </ac:spMkLst>
        </pc:spChg>
        <pc:spChg chg="add del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8" creationId="{934F1179-B481-4F9E-BCA3-AFB972070F83}"/>
          </ac:spMkLst>
        </pc:spChg>
        <pc:spChg chg="add del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10" creationId="{827DC2C4-B485-428A-BF4A-472D2967F47F}"/>
          </ac:spMkLst>
        </pc:spChg>
        <pc:spChg chg="add">
          <ac:chgData name="Sastha Jeyasri A 24BAD106" userId="83733da1-22b8-4121-9cbd-c6e2835a89e0" providerId="ADAL" clId="{0BCD6231-3D53-46F3-A384-E16EFE2462BD}" dt="2026-08-19T13:38:01.030" v="0" actId="26606"/>
          <ac:spMkLst>
            <pc:docMk/>
            <pc:sldMk cId="95992585" sldId="256"/>
            <ac:spMk id="12" creationId="{EE04B5EB-F158-4507-90DD-BD23620C7CC9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19" creationId="{5CEAD642-85CF-4750-8432-7C80C901F001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1" creationId="{FA33EEAE-15D5-4119-8C1E-89D943F911EF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3" creationId="{730D8B3B-9B80-4025-B934-26DC7D7CD231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5" creationId="{B5A1B09C-1565-46F8-B70F-621C5EB48A09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7" creationId="{8C516CC8-80AC-446C-A56E-9F54B7210402}"/>
          </ac:spMkLst>
        </pc:spChg>
        <pc:spChg chg="add">
          <ac:chgData name="Sastha Jeyasri A 24BAD106" userId="83733da1-22b8-4121-9cbd-c6e2835a89e0" providerId="ADAL" clId="{0BCD6231-3D53-46F3-A384-E16EFE2462BD}" dt="2026-08-19T13:41:25.374" v="44" actId="26606"/>
          <ac:spMkLst>
            <pc:docMk/>
            <pc:sldMk cId="95992585" sldId="256"/>
            <ac:spMk id="29" creationId="{53947E58-F088-49F1-A3D1-DEA690192E84}"/>
          </ac:spMkLst>
        </pc:spChg>
      </pc:sldChg>
      <pc:sldChg chg="addSp delSp modSp mod setBg">
        <pc:chgData name="Sastha Jeyasri A 24BAD106" userId="83733da1-22b8-4121-9cbd-c6e2835a89e0" providerId="ADAL" clId="{0BCD6231-3D53-46F3-A384-E16EFE2462BD}" dt="2026-08-19T13:38:15.152" v="5" actId="26606"/>
        <pc:sldMkLst>
          <pc:docMk/>
          <pc:sldMk cId="95992585" sldId="257"/>
        </pc:sldMkLst>
        <pc:spChg chg="add del">
          <ac:chgData name="Sastha Jeyasri A 24BAD106" userId="83733da1-22b8-4121-9cbd-c6e2835a89e0" providerId="ADAL" clId="{0BCD6231-3D53-46F3-A384-E16EFE2462BD}" dt="2026-08-19T13:38:11.524" v="2" actId="26606"/>
          <ac:spMkLst>
            <pc:docMk/>
            <pc:sldMk cId="95992585" sldId="257"/>
            <ac:spMk id="7" creationId="{22F15A2D-2324-487D-A02A-BF46C5C580EB}"/>
          </ac:spMkLst>
        </pc:spChg>
        <pc:spChg chg="add del">
          <ac:chgData name="Sastha Jeyasri A 24BAD106" userId="83733da1-22b8-4121-9cbd-c6e2835a89e0" providerId="ADAL" clId="{0BCD6231-3D53-46F3-A384-E16EFE2462BD}" dt="2026-08-19T13:38:11.524" v="2" actId="26606"/>
          <ac:spMkLst>
            <pc:docMk/>
            <pc:sldMk cId="95992585" sldId="257"/>
            <ac:spMk id="9" creationId="{2AEAFA59-923A-4F54-8B49-44C970BCC323}"/>
          </ac:spMkLst>
        </pc:spChg>
        <pc:spChg chg="add del">
          <ac:chgData name="Sastha Jeyasri A 24BAD106" userId="83733da1-22b8-4121-9cbd-c6e2835a89e0" providerId="ADAL" clId="{0BCD6231-3D53-46F3-A384-E16EFE2462BD}" dt="2026-08-19T13:38:11.524" v="2" actId="26606"/>
          <ac:spMkLst>
            <pc:docMk/>
            <pc:sldMk cId="95992585" sldId="257"/>
            <ac:spMk id="11" creationId="{C37E9D4B-7BFA-4D10-B666-547BAC499469}"/>
          </ac:spMkLst>
        </pc:spChg>
        <pc:spChg chg="add del">
          <ac:chgData name="Sastha Jeyasri A 24BAD106" userId="83733da1-22b8-4121-9cbd-c6e2835a89e0" providerId="ADAL" clId="{0BCD6231-3D53-46F3-A384-E16EFE2462BD}" dt="2026-08-19T13:38:15.144" v="4" actId="26606"/>
          <ac:spMkLst>
            <pc:docMk/>
            <pc:sldMk cId="95992585" sldId="257"/>
            <ac:spMk id="13" creationId="{69D184B2-2226-4E31-BCCB-444330767440}"/>
          </ac:spMkLst>
        </pc:spChg>
        <pc:spChg chg="add del">
          <ac:chgData name="Sastha Jeyasri A 24BAD106" userId="83733da1-22b8-4121-9cbd-c6e2835a89e0" providerId="ADAL" clId="{0BCD6231-3D53-46F3-A384-E16EFE2462BD}" dt="2026-08-19T13:38:15.144" v="4" actId="26606"/>
          <ac:spMkLst>
            <pc:docMk/>
            <pc:sldMk cId="95992585" sldId="257"/>
            <ac:spMk id="14" creationId="{1AC4D4E3-486A-464A-8EC8-D44881097267}"/>
          </ac:spMkLst>
        </pc:spChg>
        <pc:spChg chg="add del">
          <ac:chgData name="Sastha Jeyasri A 24BAD106" userId="83733da1-22b8-4121-9cbd-c6e2835a89e0" providerId="ADAL" clId="{0BCD6231-3D53-46F3-A384-E16EFE2462BD}" dt="2026-08-19T13:38:15.144" v="4" actId="26606"/>
          <ac:spMkLst>
            <pc:docMk/>
            <pc:sldMk cId="95992585" sldId="257"/>
            <ac:spMk id="15" creationId="{864DE13E-58EB-4475-B79C-0D4FC651239B}"/>
          </ac:spMkLst>
        </pc:spChg>
        <pc:spChg chg="add">
          <ac:chgData name="Sastha Jeyasri A 24BAD106" userId="83733da1-22b8-4121-9cbd-c6e2835a89e0" providerId="ADAL" clId="{0BCD6231-3D53-46F3-A384-E16EFE2462BD}" dt="2026-08-19T13:38:15.152" v="5" actId="26606"/>
          <ac:spMkLst>
            <pc:docMk/>
            <pc:sldMk cId="95992585" sldId="257"/>
            <ac:spMk id="17" creationId="{AB8C311F-7253-4AED-9701-7FC0708C41C7}"/>
          </ac:spMkLst>
        </pc:spChg>
        <pc:spChg chg="add">
          <ac:chgData name="Sastha Jeyasri A 24BAD106" userId="83733da1-22b8-4121-9cbd-c6e2835a89e0" providerId="ADAL" clId="{0BCD6231-3D53-46F3-A384-E16EFE2462BD}" dt="2026-08-19T13:38:15.152" v="5" actId="26606"/>
          <ac:spMkLst>
            <pc:docMk/>
            <pc:sldMk cId="95992585" sldId="257"/>
            <ac:spMk id="18" creationId="{E2384209-CB15-4CDF-9D31-C44FD9A3F20D}"/>
          </ac:spMkLst>
        </pc:spChg>
        <pc:spChg chg="add">
          <ac:chgData name="Sastha Jeyasri A 24BAD106" userId="83733da1-22b8-4121-9cbd-c6e2835a89e0" providerId="ADAL" clId="{0BCD6231-3D53-46F3-A384-E16EFE2462BD}" dt="2026-08-19T13:38:15.152" v="5" actId="26606"/>
          <ac:spMkLst>
            <pc:docMk/>
            <pc:sldMk cId="95992585" sldId="257"/>
            <ac:spMk id="19" creationId="{2633B3B5-CC90-43F0-8714-D31D1F3F0209}"/>
          </ac:spMkLst>
        </pc:spChg>
        <pc:spChg chg="add">
          <ac:chgData name="Sastha Jeyasri A 24BAD106" userId="83733da1-22b8-4121-9cbd-c6e2835a89e0" providerId="ADAL" clId="{0BCD6231-3D53-46F3-A384-E16EFE2462BD}" dt="2026-08-19T13:38:15.152" v="5" actId="26606"/>
          <ac:spMkLst>
            <pc:docMk/>
            <pc:sldMk cId="95992585" sldId="257"/>
            <ac:spMk id="20" creationId="{A8D57A06-A426-446D-B02C-A2DC6B62E45E}"/>
          </ac:spMkLst>
        </pc:spChg>
        <pc:picChg chg="mod">
          <ac:chgData name="Sastha Jeyasri A 24BAD106" userId="83733da1-22b8-4121-9cbd-c6e2835a89e0" providerId="ADAL" clId="{0BCD6231-3D53-46F3-A384-E16EFE2462BD}" dt="2026-08-19T13:38:15.152" v="5" actId="26606"/>
          <ac:picMkLst>
            <pc:docMk/>
            <pc:sldMk cId="95992585" sldId="257"/>
            <ac:picMk id="2" creationId="{988F6617-0A53-4AC2-BDF5-16469B830126}"/>
          </ac:picMkLst>
        </pc:picChg>
      </pc:sldChg>
      <pc:sldChg chg="addSp delSp modSp mod setBg">
        <pc:chgData name="Sastha Jeyasri A 24BAD106" userId="83733da1-22b8-4121-9cbd-c6e2835a89e0" providerId="ADAL" clId="{0BCD6231-3D53-46F3-A384-E16EFE2462BD}" dt="2026-08-19T13:38:25.565" v="8" actId="26606"/>
        <pc:sldMkLst>
          <pc:docMk/>
          <pc:sldMk cId="95992585" sldId="258"/>
        </pc:sldMkLst>
        <pc:spChg chg="add del">
          <ac:chgData name="Sastha Jeyasri A 24BAD106" userId="83733da1-22b8-4121-9cbd-c6e2835a89e0" providerId="ADAL" clId="{0BCD6231-3D53-46F3-A384-E16EFE2462BD}" dt="2026-08-19T13:38:25.550" v="7" actId="26606"/>
          <ac:spMkLst>
            <pc:docMk/>
            <pc:sldMk cId="95992585" sldId="258"/>
            <ac:spMk id="8" creationId="{22F15A2D-2324-487D-A02A-BF46C5C580EB}"/>
          </ac:spMkLst>
        </pc:spChg>
        <pc:spChg chg="add del">
          <ac:chgData name="Sastha Jeyasri A 24BAD106" userId="83733da1-22b8-4121-9cbd-c6e2835a89e0" providerId="ADAL" clId="{0BCD6231-3D53-46F3-A384-E16EFE2462BD}" dt="2026-08-19T13:38:25.550" v="7" actId="26606"/>
          <ac:spMkLst>
            <pc:docMk/>
            <pc:sldMk cId="95992585" sldId="258"/>
            <ac:spMk id="10" creationId="{2AEAFA59-923A-4F54-8B49-44C970BCC323}"/>
          </ac:spMkLst>
        </pc:spChg>
        <pc:spChg chg="add del">
          <ac:chgData name="Sastha Jeyasri A 24BAD106" userId="83733da1-22b8-4121-9cbd-c6e2835a89e0" providerId="ADAL" clId="{0BCD6231-3D53-46F3-A384-E16EFE2462BD}" dt="2026-08-19T13:38:25.550" v="7" actId="26606"/>
          <ac:spMkLst>
            <pc:docMk/>
            <pc:sldMk cId="95992585" sldId="258"/>
            <ac:spMk id="12" creationId="{C37E9D4B-7BFA-4D10-B666-547BAC499469}"/>
          </ac:spMkLst>
        </pc:spChg>
        <pc:spChg chg="add">
          <ac:chgData name="Sastha Jeyasri A 24BAD106" userId="83733da1-22b8-4121-9cbd-c6e2835a89e0" providerId="ADAL" clId="{0BCD6231-3D53-46F3-A384-E16EFE2462BD}" dt="2026-08-19T13:38:25.565" v="8" actId="26606"/>
          <ac:spMkLst>
            <pc:docMk/>
            <pc:sldMk cId="95992585" sldId="258"/>
            <ac:spMk id="14" creationId="{22F15A2D-2324-487D-A02A-BF46C5C580EB}"/>
          </ac:spMkLst>
        </pc:spChg>
        <pc:spChg chg="add">
          <ac:chgData name="Sastha Jeyasri A 24BAD106" userId="83733da1-22b8-4121-9cbd-c6e2835a89e0" providerId="ADAL" clId="{0BCD6231-3D53-46F3-A384-E16EFE2462BD}" dt="2026-08-19T13:38:25.565" v="8" actId="26606"/>
          <ac:spMkLst>
            <pc:docMk/>
            <pc:sldMk cId="95992585" sldId="258"/>
            <ac:spMk id="15" creationId="{17A7F34E-D418-47E2-9F86-2C45BBC31210}"/>
          </ac:spMkLst>
        </pc:spChg>
        <pc:spChg chg="add">
          <ac:chgData name="Sastha Jeyasri A 24BAD106" userId="83733da1-22b8-4121-9cbd-c6e2835a89e0" providerId="ADAL" clId="{0BCD6231-3D53-46F3-A384-E16EFE2462BD}" dt="2026-08-19T13:38:25.565" v="8" actId="26606"/>
          <ac:spMkLst>
            <pc:docMk/>
            <pc:sldMk cId="95992585" sldId="258"/>
            <ac:spMk id="16" creationId="{2AEAFA59-923A-4F54-8B49-44C970BCC323}"/>
          </ac:spMkLst>
        </pc:spChg>
        <pc:picChg chg="mod">
          <ac:chgData name="Sastha Jeyasri A 24BAD106" userId="83733da1-22b8-4121-9cbd-c6e2835a89e0" providerId="ADAL" clId="{0BCD6231-3D53-46F3-A384-E16EFE2462BD}" dt="2026-08-19T13:38:25.565" v="8" actId="26606"/>
          <ac:picMkLst>
            <pc:docMk/>
            <pc:sldMk cId="95992585" sldId="258"/>
            <ac:picMk id="3" creationId="{55FF0E86-148C-4AF4-BC40-E98440403856}"/>
          </ac:picMkLst>
        </pc:picChg>
      </pc:sldChg>
      <pc:sldChg chg="modSp del mod">
        <pc:chgData name="Sastha Jeyasri A 24BAD106" userId="83733da1-22b8-4121-9cbd-c6e2835a89e0" providerId="ADAL" clId="{0BCD6231-3D53-46F3-A384-E16EFE2462BD}" dt="2026-08-19T13:40:19.359" v="33" actId="47"/>
        <pc:sldMkLst>
          <pc:docMk/>
          <pc:sldMk cId="95992585" sldId="259"/>
        </pc:sldMkLst>
        <pc:picChg chg="mod">
          <ac:chgData name="Sastha Jeyasri A 24BAD106" userId="83733da1-22b8-4121-9cbd-c6e2835a89e0" providerId="ADAL" clId="{0BCD6231-3D53-46F3-A384-E16EFE2462BD}" dt="2026-08-19T13:39:45.821" v="26" actId="14100"/>
          <ac:picMkLst>
            <pc:docMk/>
            <pc:sldMk cId="95992585" sldId="259"/>
            <ac:picMk id="4" creationId="{E43C34CA-32E9-4B50-B0A0-CEABF0659C02}"/>
          </ac:picMkLst>
        </pc:picChg>
      </pc:sldChg>
      <pc:sldChg chg="addSp delSp modSp mod setBg">
        <pc:chgData name="Sastha Jeyasri A 24BAD106" userId="83733da1-22b8-4121-9cbd-c6e2835a89e0" providerId="ADAL" clId="{0BCD6231-3D53-46F3-A384-E16EFE2462BD}" dt="2026-08-19T13:41:10.869" v="42" actId="478"/>
        <pc:sldMkLst>
          <pc:docMk/>
          <pc:sldMk cId="95992585" sldId="260"/>
        </pc:sldMkLst>
        <pc:spChg chg="add del">
          <ac:chgData name="Sastha Jeyasri A 24BAD106" userId="83733da1-22b8-4121-9cbd-c6e2835a89e0" providerId="ADAL" clId="{0BCD6231-3D53-46F3-A384-E16EFE2462BD}" dt="2026-08-19T13:38:39.236" v="10" actId="26606"/>
          <ac:spMkLst>
            <pc:docMk/>
            <pc:sldMk cId="95992585" sldId="260"/>
            <ac:spMk id="10" creationId="{AB8C311F-7253-4AED-9701-7FC0708C41C7}"/>
          </ac:spMkLst>
        </pc:spChg>
        <pc:spChg chg="add del">
          <ac:chgData name="Sastha Jeyasri A 24BAD106" userId="83733da1-22b8-4121-9cbd-c6e2835a89e0" providerId="ADAL" clId="{0BCD6231-3D53-46F3-A384-E16EFE2462BD}" dt="2026-08-19T13:38:39.236" v="10" actId="26606"/>
          <ac:spMkLst>
            <pc:docMk/>
            <pc:sldMk cId="95992585" sldId="260"/>
            <ac:spMk id="12" creationId="{E2384209-CB15-4CDF-9D31-C44FD9A3F20D}"/>
          </ac:spMkLst>
        </pc:spChg>
        <pc:spChg chg="add del">
          <ac:chgData name="Sastha Jeyasri A 24BAD106" userId="83733da1-22b8-4121-9cbd-c6e2835a89e0" providerId="ADAL" clId="{0BCD6231-3D53-46F3-A384-E16EFE2462BD}" dt="2026-08-19T13:38:39.236" v="10" actId="26606"/>
          <ac:spMkLst>
            <pc:docMk/>
            <pc:sldMk cId="95992585" sldId="260"/>
            <ac:spMk id="14" creationId="{2633B3B5-CC90-43F0-8714-D31D1F3F0209}"/>
          </ac:spMkLst>
        </pc:spChg>
        <pc:spChg chg="add del">
          <ac:chgData name="Sastha Jeyasri A 24BAD106" userId="83733da1-22b8-4121-9cbd-c6e2835a89e0" providerId="ADAL" clId="{0BCD6231-3D53-46F3-A384-E16EFE2462BD}" dt="2026-08-19T13:38:39.236" v="10" actId="26606"/>
          <ac:spMkLst>
            <pc:docMk/>
            <pc:sldMk cId="95992585" sldId="260"/>
            <ac:spMk id="16" creationId="{A8D57A06-A426-446D-B02C-A2DC6B62E45E}"/>
          </ac:spMkLst>
        </pc:spChg>
        <pc:spChg chg="add del">
          <ac:chgData name="Sastha Jeyasri A 24BAD106" userId="83733da1-22b8-4121-9cbd-c6e2835a89e0" providerId="ADAL" clId="{0BCD6231-3D53-46F3-A384-E16EFE2462BD}" dt="2026-08-19T13:38:40.792" v="12" actId="26606"/>
          <ac:spMkLst>
            <pc:docMk/>
            <pc:sldMk cId="95992585" sldId="260"/>
            <ac:spMk id="18" creationId="{22F15A2D-2324-487D-A02A-BF46C5C580EB}"/>
          </ac:spMkLst>
        </pc:spChg>
        <pc:spChg chg="add del">
          <ac:chgData name="Sastha Jeyasri A 24BAD106" userId="83733da1-22b8-4121-9cbd-c6e2835a89e0" providerId="ADAL" clId="{0BCD6231-3D53-46F3-A384-E16EFE2462BD}" dt="2026-08-19T13:38:40.792" v="12" actId="26606"/>
          <ac:spMkLst>
            <pc:docMk/>
            <pc:sldMk cId="95992585" sldId="260"/>
            <ac:spMk id="19" creationId="{17A7F34E-D418-47E2-9F86-2C45BBC31210}"/>
          </ac:spMkLst>
        </pc:spChg>
        <pc:spChg chg="add del">
          <ac:chgData name="Sastha Jeyasri A 24BAD106" userId="83733da1-22b8-4121-9cbd-c6e2835a89e0" providerId="ADAL" clId="{0BCD6231-3D53-46F3-A384-E16EFE2462BD}" dt="2026-08-19T13:38:40.792" v="12" actId="26606"/>
          <ac:spMkLst>
            <pc:docMk/>
            <pc:sldMk cId="95992585" sldId="260"/>
            <ac:spMk id="20" creationId="{2AEAFA59-923A-4F54-8B49-44C970BCC323}"/>
          </ac:spMkLst>
        </pc:spChg>
        <pc:spChg chg="add">
          <ac:chgData name="Sastha Jeyasri A 24BAD106" userId="83733da1-22b8-4121-9cbd-c6e2835a89e0" providerId="ADAL" clId="{0BCD6231-3D53-46F3-A384-E16EFE2462BD}" dt="2026-08-19T13:38:40.792" v="13" actId="26606"/>
          <ac:spMkLst>
            <pc:docMk/>
            <pc:sldMk cId="95992585" sldId="260"/>
            <ac:spMk id="22" creationId="{AB8C311F-7253-4AED-9701-7FC0708C41C7}"/>
          </ac:spMkLst>
        </pc:spChg>
        <pc:spChg chg="add">
          <ac:chgData name="Sastha Jeyasri A 24BAD106" userId="83733da1-22b8-4121-9cbd-c6e2835a89e0" providerId="ADAL" clId="{0BCD6231-3D53-46F3-A384-E16EFE2462BD}" dt="2026-08-19T13:38:40.792" v="13" actId="26606"/>
          <ac:spMkLst>
            <pc:docMk/>
            <pc:sldMk cId="95992585" sldId="260"/>
            <ac:spMk id="23" creationId="{E2384209-CB15-4CDF-9D31-C44FD9A3F20D}"/>
          </ac:spMkLst>
        </pc:spChg>
        <pc:spChg chg="add">
          <ac:chgData name="Sastha Jeyasri A 24BAD106" userId="83733da1-22b8-4121-9cbd-c6e2835a89e0" providerId="ADAL" clId="{0BCD6231-3D53-46F3-A384-E16EFE2462BD}" dt="2026-08-19T13:38:40.792" v="13" actId="26606"/>
          <ac:spMkLst>
            <pc:docMk/>
            <pc:sldMk cId="95992585" sldId="260"/>
            <ac:spMk id="24" creationId="{2633B3B5-CC90-43F0-8714-D31D1F3F0209}"/>
          </ac:spMkLst>
        </pc:spChg>
        <pc:spChg chg="add">
          <ac:chgData name="Sastha Jeyasri A 24BAD106" userId="83733da1-22b8-4121-9cbd-c6e2835a89e0" providerId="ADAL" clId="{0BCD6231-3D53-46F3-A384-E16EFE2462BD}" dt="2026-08-19T13:38:40.792" v="13" actId="26606"/>
          <ac:spMkLst>
            <pc:docMk/>
            <pc:sldMk cId="95992585" sldId="260"/>
            <ac:spMk id="25" creationId="{A8D57A06-A426-446D-B02C-A2DC6B62E45E}"/>
          </ac:spMkLst>
        </pc:spChg>
        <pc:picChg chg="add del mod">
          <ac:chgData name="Sastha Jeyasri A 24BAD106" userId="83733da1-22b8-4121-9cbd-c6e2835a89e0" providerId="ADAL" clId="{0BCD6231-3D53-46F3-A384-E16EFE2462BD}" dt="2026-08-19T13:41:09.155" v="41" actId="22"/>
          <ac:picMkLst>
            <pc:docMk/>
            <pc:sldMk cId="95992585" sldId="260"/>
            <ac:picMk id="3" creationId="{BEAA4E8F-F9FC-9A24-53F2-C0E7BF04117B}"/>
          </ac:picMkLst>
        </pc:picChg>
        <pc:picChg chg="add del mod">
          <ac:chgData name="Sastha Jeyasri A 24BAD106" userId="83733da1-22b8-4121-9cbd-c6e2835a89e0" providerId="ADAL" clId="{0BCD6231-3D53-46F3-A384-E16EFE2462BD}" dt="2026-08-19T13:41:10.869" v="42" actId="478"/>
          <ac:picMkLst>
            <pc:docMk/>
            <pc:sldMk cId="95992585" sldId="260"/>
            <ac:picMk id="5" creationId="{34AFBF10-CCAB-4CCD-8CF6-285A5DE38559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9T13:38:50.390" v="14" actId="26606"/>
        <pc:sldMkLst>
          <pc:docMk/>
          <pc:sldMk cId="95992585" sldId="261"/>
        </pc:sldMkLst>
        <pc:spChg chg="add">
          <ac:chgData name="Sastha Jeyasri A 24BAD106" userId="83733da1-22b8-4121-9cbd-c6e2835a89e0" providerId="ADAL" clId="{0BCD6231-3D53-46F3-A384-E16EFE2462BD}" dt="2026-08-19T13:38:50.390" v="14" actId="26606"/>
          <ac:spMkLst>
            <pc:docMk/>
            <pc:sldMk cId="95992585" sldId="261"/>
            <ac:spMk id="11" creationId="{AB8C311F-7253-4AED-9701-7FC0708C41C7}"/>
          </ac:spMkLst>
        </pc:spChg>
        <pc:spChg chg="add">
          <ac:chgData name="Sastha Jeyasri A 24BAD106" userId="83733da1-22b8-4121-9cbd-c6e2835a89e0" providerId="ADAL" clId="{0BCD6231-3D53-46F3-A384-E16EFE2462BD}" dt="2026-08-19T13:38:50.390" v="14" actId="26606"/>
          <ac:spMkLst>
            <pc:docMk/>
            <pc:sldMk cId="95992585" sldId="261"/>
            <ac:spMk id="13" creationId="{E2384209-CB15-4CDF-9D31-C44FD9A3F20D}"/>
          </ac:spMkLst>
        </pc:spChg>
        <pc:spChg chg="add">
          <ac:chgData name="Sastha Jeyasri A 24BAD106" userId="83733da1-22b8-4121-9cbd-c6e2835a89e0" providerId="ADAL" clId="{0BCD6231-3D53-46F3-A384-E16EFE2462BD}" dt="2026-08-19T13:38:50.390" v="14" actId="26606"/>
          <ac:spMkLst>
            <pc:docMk/>
            <pc:sldMk cId="95992585" sldId="261"/>
            <ac:spMk id="15" creationId="{2633B3B5-CC90-43F0-8714-D31D1F3F0209}"/>
          </ac:spMkLst>
        </pc:spChg>
        <pc:spChg chg="add">
          <ac:chgData name="Sastha Jeyasri A 24BAD106" userId="83733da1-22b8-4121-9cbd-c6e2835a89e0" providerId="ADAL" clId="{0BCD6231-3D53-46F3-A384-E16EFE2462BD}" dt="2026-08-19T13:38:50.390" v="14" actId="26606"/>
          <ac:spMkLst>
            <pc:docMk/>
            <pc:sldMk cId="95992585" sldId="261"/>
            <ac:spMk id="17" creationId="{A8D57A06-A426-446D-B02C-A2DC6B62E45E}"/>
          </ac:spMkLst>
        </pc:spChg>
        <pc:picChg chg="mod">
          <ac:chgData name="Sastha Jeyasri A 24BAD106" userId="83733da1-22b8-4121-9cbd-c6e2835a89e0" providerId="ADAL" clId="{0BCD6231-3D53-46F3-A384-E16EFE2462BD}" dt="2026-08-19T13:38:50.390" v="14" actId="26606"/>
          <ac:picMkLst>
            <pc:docMk/>
            <pc:sldMk cId="95992585" sldId="261"/>
            <ac:picMk id="6" creationId="{0F94BA06-C8AF-4276-9C97-0D1E42F5B890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9T13:39:02.372" v="15" actId="26606"/>
        <pc:sldMkLst>
          <pc:docMk/>
          <pc:sldMk cId="95992585" sldId="262"/>
        </pc:sldMkLst>
        <pc:spChg chg="add">
          <ac:chgData name="Sastha Jeyasri A 24BAD106" userId="83733da1-22b8-4121-9cbd-c6e2835a89e0" providerId="ADAL" clId="{0BCD6231-3D53-46F3-A384-E16EFE2462BD}" dt="2026-08-19T13:39:02.372" v="15" actId="26606"/>
          <ac:spMkLst>
            <pc:docMk/>
            <pc:sldMk cId="95992585" sldId="262"/>
            <ac:spMk id="12" creationId="{AB8C311F-7253-4AED-9701-7FC0708C41C7}"/>
          </ac:spMkLst>
        </pc:spChg>
        <pc:spChg chg="add">
          <ac:chgData name="Sastha Jeyasri A 24BAD106" userId="83733da1-22b8-4121-9cbd-c6e2835a89e0" providerId="ADAL" clId="{0BCD6231-3D53-46F3-A384-E16EFE2462BD}" dt="2026-08-19T13:39:02.372" v="15" actId="26606"/>
          <ac:spMkLst>
            <pc:docMk/>
            <pc:sldMk cId="95992585" sldId="262"/>
            <ac:spMk id="14" creationId="{E2384209-CB15-4CDF-9D31-C44FD9A3F20D}"/>
          </ac:spMkLst>
        </pc:spChg>
        <pc:spChg chg="add">
          <ac:chgData name="Sastha Jeyasri A 24BAD106" userId="83733da1-22b8-4121-9cbd-c6e2835a89e0" providerId="ADAL" clId="{0BCD6231-3D53-46F3-A384-E16EFE2462BD}" dt="2026-08-19T13:39:02.372" v="15" actId="26606"/>
          <ac:spMkLst>
            <pc:docMk/>
            <pc:sldMk cId="95992585" sldId="262"/>
            <ac:spMk id="16" creationId="{2633B3B5-CC90-43F0-8714-D31D1F3F0209}"/>
          </ac:spMkLst>
        </pc:spChg>
        <pc:spChg chg="add">
          <ac:chgData name="Sastha Jeyasri A 24BAD106" userId="83733da1-22b8-4121-9cbd-c6e2835a89e0" providerId="ADAL" clId="{0BCD6231-3D53-46F3-A384-E16EFE2462BD}" dt="2026-08-19T13:39:02.372" v="15" actId="26606"/>
          <ac:spMkLst>
            <pc:docMk/>
            <pc:sldMk cId="95992585" sldId="262"/>
            <ac:spMk id="18" creationId="{A8D57A06-A426-446D-B02C-A2DC6B62E45E}"/>
          </ac:spMkLst>
        </pc:spChg>
        <pc:picChg chg="mod">
          <ac:chgData name="Sastha Jeyasri A 24BAD106" userId="83733da1-22b8-4121-9cbd-c6e2835a89e0" providerId="ADAL" clId="{0BCD6231-3D53-46F3-A384-E16EFE2462BD}" dt="2026-08-19T13:39:02.372" v="15" actId="26606"/>
          <ac:picMkLst>
            <pc:docMk/>
            <pc:sldMk cId="95992585" sldId="262"/>
            <ac:picMk id="7" creationId="{A577C2AC-40EA-4597-9A91-FE7E722D6D0D}"/>
          </ac:picMkLst>
        </pc:picChg>
      </pc:sldChg>
      <pc:sldChg chg="addSp delSp modSp mod setBg">
        <pc:chgData name="Sastha Jeyasri A 24BAD106" userId="83733da1-22b8-4121-9cbd-c6e2835a89e0" providerId="ADAL" clId="{0BCD6231-3D53-46F3-A384-E16EFE2462BD}" dt="2026-08-19T13:39:25.972" v="24" actId="14100"/>
        <pc:sldMkLst>
          <pc:docMk/>
          <pc:sldMk cId="95992585" sldId="263"/>
        </pc:sldMkLst>
        <pc:spChg chg="add del">
          <ac:chgData name="Sastha Jeyasri A 24BAD106" userId="83733da1-22b8-4121-9cbd-c6e2835a89e0" providerId="ADAL" clId="{0BCD6231-3D53-46F3-A384-E16EFE2462BD}" dt="2026-08-19T13:39:16.428" v="17" actId="26606"/>
          <ac:spMkLst>
            <pc:docMk/>
            <pc:sldMk cId="95992585" sldId="263"/>
            <ac:spMk id="13" creationId="{AB8C311F-7253-4AED-9701-7FC0708C41C7}"/>
          </ac:spMkLst>
        </pc:spChg>
        <pc:spChg chg="add del">
          <ac:chgData name="Sastha Jeyasri A 24BAD106" userId="83733da1-22b8-4121-9cbd-c6e2835a89e0" providerId="ADAL" clId="{0BCD6231-3D53-46F3-A384-E16EFE2462BD}" dt="2026-08-19T13:39:16.428" v="17" actId="26606"/>
          <ac:spMkLst>
            <pc:docMk/>
            <pc:sldMk cId="95992585" sldId="263"/>
            <ac:spMk id="15" creationId="{E2384209-CB15-4CDF-9D31-C44FD9A3F20D}"/>
          </ac:spMkLst>
        </pc:spChg>
        <pc:spChg chg="add del">
          <ac:chgData name="Sastha Jeyasri A 24BAD106" userId="83733da1-22b8-4121-9cbd-c6e2835a89e0" providerId="ADAL" clId="{0BCD6231-3D53-46F3-A384-E16EFE2462BD}" dt="2026-08-19T13:39:16.428" v="17" actId="26606"/>
          <ac:spMkLst>
            <pc:docMk/>
            <pc:sldMk cId="95992585" sldId="263"/>
            <ac:spMk id="17" creationId="{2633B3B5-CC90-43F0-8714-D31D1F3F0209}"/>
          </ac:spMkLst>
        </pc:spChg>
        <pc:spChg chg="add del">
          <ac:chgData name="Sastha Jeyasri A 24BAD106" userId="83733da1-22b8-4121-9cbd-c6e2835a89e0" providerId="ADAL" clId="{0BCD6231-3D53-46F3-A384-E16EFE2462BD}" dt="2026-08-19T13:39:16.428" v="17" actId="26606"/>
          <ac:spMkLst>
            <pc:docMk/>
            <pc:sldMk cId="95992585" sldId="263"/>
            <ac:spMk id="19" creationId="{A8D57A06-A426-446D-B02C-A2DC6B62E45E}"/>
          </ac:spMkLst>
        </pc:spChg>
        <pc:spChg chg="add del">
          <ac:chgData name="Sastha Jeyasri A 24BAD106" userId="83733da1-22b8-4121-9cbd-c6e2835a89e0" providerId="ADAL" clId="{0BCD6231-3D53-46F3-A384-E16EFE2462BD}" dt="2026-08-19T13:39:17.714" v="19" actId="26606"/>
          <ac:spMkLst>
            <pc:docMk/>
            <pc:sldMk cId="95992585" sldId="263"/>
            <ac:spMk id="21" creationId="{AB8C311F-7253-4AED-9701-7FC0708C41C7}"/>
          </ac:spMkLst>
        </pc:spChg>
        <pc:spChg chg="add del">
          <ac:chgData name="Sastha Jeyasri A 24BAD106" userId="83733da1-22b8-4121-9cbd-c6e2835a89e0" providerId="ADAL" clId="{0BCD6231-3D53-46F3-A384-E16EFE2462BD}" dt="2026-08-19T13:39:17.714" v="19" actId="26606"/>
          <ac:spMkLst>
            <pc:docMk/>
            <pc:sldMk cId="95992585" sldId="263"/>
            <ac:spMk id="22" creationId="{E2384209-CB15-4CDF-9D31-C44FD9A3F20D}"/>
          </ac:spMkLst>
        </pc:spChg>
        <pc:spChg chg="add del">
          <ac:chgData name="Sastha Jeyasri A 24BAD106" userId="83733da1-22b8-4121-9cbd-c6e2835a89e0" providerId="ADAL" clId="{0BCD6231-3D53-46F3-A384-E16EFE2462BD}" dt="2026-08-19T13:39:17.714" v="19" actId="26606"/>
          <ac:spMkLst>
            <pc:docMk/>
            <pc:sldMk cId="95992585" sldId="263"/>
            <ac:spMk id="23" creationId="{2633B3B5-CC90-43F0-8714-D31D1F3F0209}"/>
          </ac:spMkLst>
        </pc:spChg>
        <pc:spChg chg="add del">
          <ac:chgData name="Sastha Jeyasri A 24BAD106" userId="83733da1-22b8-4121-9cbd-c6e2835a89e0" providerId="ADAL" clId="{0BCD6231-3D53-46F3-A384-E16EFE2462BD}" dt="2026-08-19T13:39:17.714" v="19" actId="26606"/>
          <ac:spMkLst>
            <pc:docMk/>
            <pc:sldMk cId="95992585" sldId="263"/>
            <ac:spMk id="24" creationId="{A8D57A06-A426-446D-B02C-A2DC6B62E45E}"/>
          </ac:spMkLst>
        </pc:spChg>
        <pc:spChg chg="add del">
          <ac:chgData name="Sastha Jeyasri A 24BAD106" userId="83733da1-22b8-4121-9cbd-c6e2835a89e0" providerId="ADAL" clId="{0BCD6231-3D53-46F3-A384-E16EFE2462BD}" dt="2026-08-19T13:39:19.071" v="21" actId="26606"/>
          <ac:spMkLst>
            <pc:docMk/>
            <pc:sldMk cId="95992585" sldId="263"/>
            <ac:spMk id="26" creationId="{AB8C311F-7253-4AED-9701-7FC0708C41C7}"/>
          </ac:spMkLst>
        </pc:spChg>
        <pc:spChg chg="add del">
          <ac:chgData name="Sastha Jeyasri A 24BAD106" userId="83733da1-22b8-4121-9cbd-c6e2835a89e0" providerId="ADAL" clId="{0BCD6231-3D53-46F3-A384-E16EFE2462BD}" dt="2026-08-19T13:39:19.071" v="21" actId="26606"/>
          <ac:spMkLst>
            <pc:docMk/>
            <pc:sldMk cId="95992585" sldId="263"/>
            <ac:spMk id="27" creationId="{E2384209-CB15-4CDF-9D31-C44FD9A3F20D}"/>
          </ac:spMkLst>
        </pc:spChg>
        <pc:spChg chg="add del">
          <ac:chgData name="Sastha Jeyasri A 24BAD106" userId="83733da1-22b8-4121-9cbd-c6e2835a89e0" providerId="ADAL" clId="{0BCD6231-3D53-46F3-A384-E16EFE2462BD}" dt="2026-08-19T13:39:19.071" v="21" actId="26606"/>
          <ac:spMkLst>
            <pc:docMk/>
            <pc:sldMk cId="95992585" sldId="263"/>
            <ac:spMk id="28" creationId="{2633B3B5-CC90-43F0-8714-D31D1F3F0209}"/>
          </ac:spMkLst>
        </pc:spChg>
        <pc:spChg chg="add del">
          <ac:chgData name="Sastha Jeyasri A 24BAD106" userId="83733da1-22b8-4121-9cbd-c6e2835a89e0" providerId="ADAL" clId="{0BCD6231-3D53-46F3-A384-E16EFE2462BD}" dt="2026-08-19T13:39:19.071" v="21" actId="26606"/>
          <ac:spMkLst>
            <pc:docMk/>
            <pc:sldMk cId="95992585" sldId="263"/>
            <ac:spMk id="29" creationId="{A8D57A06-A426-446D-B02C-A2DC6B62E45E}"/>
          </ac:spMkLst>
        </pc:spChg>
        <pc:spChg chg="add">
          <ac:chgData name="Sastha Jeyasri A 24BAD106" userId="83733da1-22b8-4121-9cbd-c6e2835a89e0" providerId="ADAL" clId="{0BCD6231-3D53-46F3-A384-E16EFE2462BD}" dt="2026-08-19T13:39:19.077" v="22" actId="26606"/>
          <ac:spMkLst>
            <pc:docMk/>
            <pc:sldMk cId="95992585" sldId="263"/>
            <ac:spMk id="31" creationId="{AB8C311F-7253-4AED-9701-7FC0708C41C7}"/>
          </ac:spMkLst>
        </pc:spChg>
        <pc:spChg chg="add">
          <ac:chgData name="Sastha Jeyasri A 24BAD106" userId="83733da1-22b8-4121-9cbd-c6e2835a89e0" providerId="ADAL" clId="{0BCD6231-3D53-46F3-A384-E16EFE2462BD}" dt="2026-08-19T13:39:19.077" v="22" actId="26606"/>
          <ac:spMkLst>
            <pc:docMk/>
            <pc:sldMk cId="95992585" sldId="263"/>
            <ac:spMk id="32" creationId="{E2384209-CB15-4CDF-9D31-C44FD9A3F20D}"/>
          </ac:spMkLst>
        </pc:spChg>
        <pc:spChg chg="add">
          <ac:chgData name="Sastha Jeyasri A 24BAD106" userId="83733da1-22b8-4121-9cbd-c6e2835a89e0" providerId="ADAL" clId="{0BCD6231-3D53-46F3-A384-E16EFE2462BD}" dt="2026-08-19T13:39:19.077" v="22" actId="26606"/>
          <ac:spMkLst>
            <pc:docMk/>
            <pc:sldMk cId="95992585" sldId="263"/>
            <ac:spMk id="33" creationId="{2633B3B5-CC90-43F0-8714-D31D1F3F0209}"/>
          </ac:spMkLst>
        </pc:spChg>
        <pc:spChg chg="add">
          <ac:chgData name="Sastha Jeyasri A 24BAD106" userId="83733da1-22b8-4121-9cbd-c6e2835a89e0" providerId="ADAL" clId="{0BCD6231-3D53-46F3-A384-E16EFE2462BD}" dt="2026-08-19T13:39:19.077" v="22" actId="26606"/>
          <ac:spMkLst>
            <pc:docMk/>
            <pc:sldMk cId="95992585" sldId="263"/>
            <ac:spMk id="34" creationId="{A8D57A06-A426-446D-B02C-A2DC6B62E45E}"/>
          </ac:spMkLst>
        </pc:spChg>
        <pc:picChg chg="mod">
          <ac:chgData name="Sastha Jeyasri A 24BAD106" userId="83733da1-22b8-4121-9cbd-c6e2835a89e0" providerId="ADAL" clId="{0BCD6231-3D53-46F3-A384-E16EFE2462BD}" dt="2026-08-19T13:39:25.972" v="24" actId="14100"/>
          <ac:picMkLst>
            <pc:docMk/>
            <pc:sldMk cId="95992585" sldId="263"/>
            <ac:picMk id="8" creationId="{2100637A-93D1-46E3-B5EA-F859B5523535}"/>
          </ac:picMkLst>
        </pc:picChg>
      </pc:sldChg>
      <pc:sldChg chg="addSp delSp modSp add mod">
        <pc:chgData name="Sastha Jeyasri A 24BAD106" userId="83733da1-22b8-4121-9cbd-c6e2835a89e0" providerId="ADAL" clId="{0BCD6231-3D53-46F3-A384-E16EFE2462BD}" dt="2026-08-19T13:40:15.590" v="32" actId="14100"/>
        <pc:sldMkLst>
          <pc:docMk/>
          <pc:sldMk cId="1422617264" sldId="264"/>
        </pc:sldMkLst>
        <pc:picChg chg="add del">
          <ac:chgData name="Sastha Jeyasri A 24BAD106" userId="83733da1-22b8-4121-9cbd-c6e2835a89e0" providerId="ADAL" clId="{0BCD6231-3D53-46F3-A384-E16EFE2462BD}" dt="2026-08-19T13:40:05.179" v="30" actId="478"/>
          <ac:picMkLst>
            <pc:docMk/>
            <pc:sldMk cId="1422617264" sldId="264"/>
            <ac:picMk id="3" creationId="{D0B3EE2E-B38C-CB5E-2DA2-EDAEE7CE33BA}"/>
          </ac:picMkLst>
        </pc:picChg>
        <pc:picChg chg="add mod">
          <ac:chgData name="Sastha Jeyasri A 24BAD106" userId="83733da1-22b8-4121-9cbd-c6e2835a89e0" providerId="ADAL" clId="{0BCD6231-3D53-46F3-A384-E16EFE2462BD}" dt="2026-08-19T13:40:15.590" v="32" actId="14100"/>
          <ac:picMkLst>
            <pc:docMk/>
            <pc:sldMk cId="1422617264" sldId="264"/>
            <ac:picMk id="4" creationId="{C6D0FA84-8F35-7003-7758-0A705806AB65}"/>
          </ac:picMkLst>
        </pc:picChg>
      </pc:sldChg>
      <pc:sldChg chg="add del">
        <pc:chgData name="Sastha Jeyasri A 24BAD106" userId="83733da1-22b8-4121-9cbd-c6e2835a89e0" providerId="ADAL" clId="{0BCD6231-3D53-46F3-A384-E16EFE2462BD}" dt="2026-08-19T13:41:11.950" v="43" actId="2890"/>
        <pc:sldMkLst>
          <pc:docMk/>
          <pc:sldMk cId="3210404253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1">
            <a:extLst>
              <a:ext uri="{FF2B5EF4-FFF2-40B4-BE49-F238E27FC236}">
                <a16:creationId xmlns:a16="http://schemas.microsoft.com/office/drawing/2014/main" id="{4DF271E0-F6E2-49BA-AD67-478FE9FB9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IN" sz="4800">
                <a:solidFill>
                  <a:srgbClr val="FFFFFF"/>
                </a:solidFill>
              </a:rPr>
              <a:t>24BAD106_TLAB8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89EABDB-A36E-43AB-A339-5F3701D45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File created on: 19-08-2026 19:01:19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lide2" descr="Actual vs Forecasted Sales">
            <a:extLst>
              <a:ext uri="{FF2B5EF4-FFF2-40B4-BE49-F238E27FC236}">
                <a16:creationId xmlns:a16="http://schemas.microsoft.com/office/drawing/2014/main" id="{988F6617-0A53-4AC2-BDF5-16469B830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0" y="457200"/>
            <a:ext cx="112143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slide3" descr="Total Forecasted Sales">
            <a:extLst>
              <a:ext uri="{FF2B5EF4-FFF2-40B4-BE49-F238E27FC236}">
                <a16:creationId xmlns:a16="http://schemas.microsoft.com/office/drawing/2014/main" id="{55FF0E86-148C-4AF4-BC40-E9844040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63" y="1048105"/>
            <a:ext cx="7746709" cy="472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8EF9F-21C6-0280-7896-62640C47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313628-8888-28E8-1263-CF8540F1B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962D531-01FC-F83C-7F7E-8F8CC1356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F350BD5E-07CC-EF97-FCFC-4633E0A95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slide4" descr="Expected Growth %">
            <a:extLst>
              <a:ext uri="{FF2B5EF4-FFF2-40B4-BE49-F238E27FC236}">
                <a16:creationId xmlns:a16="http://schemas.microsoft.com/office/drawing/2014/main" id="{C6D0FA84-8F35-7003-7758-0A705806A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91" y="1452562"/>
            <a:ext cx="2940627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1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de5" descr="Sales Trend with Promotions">
            <a:extLst>
              <a:ext uri="{FF2B5EF4-FFF2-40B4-BE49-F238E27FC236}">
                <a16:creationId xmlns:a16="http://schemas.microsoft.com/office/drawing/2014/main" id="{34AFBF10-CCAB-4CCD-8CF6-285A5DE38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0" b="29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6" descr="Regional Growth Performance">
            <a:extLst>
              <a:ext uri="{FF2B5EF4-FFF2-40B4-BE49-F238E27FC236}">
                <a16:creationId xmlns:a16="http://schemas.microsoft.com/office/drawing/2014/main" id="{0F94BA06-C8AF-4276-9C97-0D1E42F5B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" b="2571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de7" descr="Dashboard 1">
            <a:extLst>
              <a:ext uri="{FF2B5EF4-FFF2-40B4-BE49-F238E27FC236}">
                <a16:creationId xmlns:a16="http://schemas.microsoft.com/office/drawing/2014/main" id="{A577C2AC-40EA-4597-9A91-FE7E722D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6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de8" descr="Actual December 2014 Sales">
            <a:extLst>
              <a:ext uri="{FF2B5EF4-FFF2-40B4-BE49-F238E27FC236}">
                <a16:creationId xmlns:a16="http://schemas.microsoft.com/office/drawing/2014/main" id="{2100637A-93D1-46E3-B5EA-F859B5523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96191"/>
            <a:ext cx="112776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24BAD106_TLAB8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Sastha Jeyasri A 24BAD106</cp:lastModifiedBy>
  <cp:revision>1</cp:revision>
  <dcterms:created xsi:type="dcterms:W3CDTF">2026-08-19T13:31:20Z</dcterms:created>
  <dcterms:modified xsi:type="dcterms:W3CDTF">2026-08-19T13:41:34Z</dcterms:modified>
</cp:coreProperties>
</file>