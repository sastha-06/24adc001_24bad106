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tha Jeyasri A 24BAD106" userId="83733da1-22b8-4121-9cbd-c6e2835a89e0" providerId="ADAL" clId="{0BCD6231-3D53-46F3-A384-E16EFE2462BD}"/>
    <pc:docChg chg="undo custSel addSld modSld">
      <pc:chgData name="Sastha Jeyasri A 24BAD106" userId="83733da1-22b8-4121-9cbd-c6e2835a89e0" providerId="ADAL" clId="{0BCD6231-3D53-46F3-A384-E16EFE2462BD}" dt="2026-07-19T16:54:21.827" v="58" actId="20577"/>
      <pc:docMkLst>
        <pc:docMk/>
      </pc:docMkLst>
      <pc:sldChg chg="addSp modSp mod setBg">
        <pc:chgData name="Sastha Jeyasri A 24BAD106" userId="83733da1-22b8-4121-9cbd-c6e2835a89e0" providerId="ADAL" clId="{0BCD6231-3D53-46F3-A384-E16EFE2462BD}" dt="2026-07-19T16:54:21.827" v="58" actId="20577"/>
        <pc:sldMkLst>
          <pc:docMk/>
          <pc:sldMk cId="95992585" sldId="256"/>
        </pc:sldMkLst>
        <pc:spChg chg="mod">
          <ac:chgData name="Sastha Jeyasri A 24BAD106" userId="83733da1-22b8-4121-9cbd-c6e2835a89e0" providerId="ADAL" clId="{0BCD6231-3D53-46F3-A384-E16EFE2462BD}" dt="2026-07-19T16:54:09.544" v="56" actId="26606"/>
          <ac:spMkLst>
            <pc:docMk/>
            <pc:sldMk cId="95992585" sldId="256"/>
            <ac:spMk id="2" creationId="{F5A2AB0A-9727-41D8-8047-45BC3DA0A54A}"/>
          </ac:spMkLst>
        </pc:spChg>
        <pc:spChg chg="mod">
          <ac:chgData name="Sastha Jeyasri A 24BAD106" userId="83733da1-22b8-4121-9cbd-c6e2835a89e0" providerId="ADAL" clId="{0BCD6231-3D53-46F3-A384-E16EFE2462BD}" dt="2026-07-19T16:54:21.827" v="58" actId="20577"/>
          <ac:spMkLst>
            <pc:docMk/>
            <pc:sldMk cId="95992585" sldId="256"/>
            <ac:spMk id="3" creationId="{C535581A-8E2B-4048-971B-8263B4B42834}"/>
          </ac:spMkLst>
        </pc:spChg>
        <pc:spChg chg="add">
          <ac:chgData name="Sastha Jeyasri A 24BAD106" userId="83733da1-22b8-4121-9cbd-c6e2835a89e0" providerId="ADAL" clId="{0BCD6231-3D53-46F3-A384-E16EFE2462BD}" dt="2026-07-19T16:54:09.544" v="56" actId="26606"/>
          <ac:spMkLst>
            <pc:docMk/>
            <pc:sldMk cId="95992585" sldId="256"/>
            <ac:spMk id="8" creationId="{A8DB9CD9-59B1-4D73-BC4C-98796A48EF9B}"/>
          </ac:spMkLst>
        </pc:spChg>
        <pc:spChg chg="add">
          <ac:chgData name="Sastha Jeyasri A 24BAD106" userId="83733da1-22b8-4121-9cbd-c6e2835a89e0" providerId="ADAL" clId="{0BCD6231-3D53-46F3-A384-E16EFE2462BD}" dt="2026-07-19T16:54:09.544" v="56" actId="26606"/>
          <ac:spMkLst>
            <pc:docMk/>
            <pc:sldMk cId="95992585" sldId="256"/>
            <ac:spMk id="10" creationId="{8874A6A9-41FF-4E33-AFA8-F9F81436A59E}"/>
          </ac:spMkLst>
        </pc:spChg>
        <pc:grpChg chg="add">
          <ac:chgData name="Sastha Jeyasri A 24BAD106" userId="83733da1-22b8-4121-9cbd-c6e2835a89e0" providerId="ADAL" clId="{0BCD6231-3D53-46F3-A384-E16EFE2462BD}" dt="2026-07-19T16:54:09.544" v="56" actId="26606"/>
          <ac:grpSpMkLst>
            <pc:docMk/>
            <pc:sldMk cId="95992585" sldId="256"/>
            <ac:grpSpMk id="12" creationId="{721D730E-1F97-4071-B143-B05E6D2599BC}"/>
          </ac:grpSpMkLst>
        </pc:grpChg>
      </pc:sldChg>
      <pc:sldChg chg="addSp delSp modSp mod setBg">
        <pc:chgData name="Sastha Jeyasri A 24BAD106" userId="83733da1-22b8-4121-9cbd-c6e2835a89e0" providerId="ADAL" clId="{0BCD6231-3D53-46F3-A384-E16EFE2462BD}" dt="2026-07-19T16:49:23.764" v="39" actId="26606"/>
        <pc:sldMkLst>
          <pc:docMk/>
          <pc:sldMk cId="95992585" sldId="257"/>
        </pc:sldMkLst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6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7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8" creationId="{29FDB030-9B49-4CED-8CCD-4D99382388AC}"/>
          </ac:spMkLst>
        </pc:spChg>
        <pc:spChg chg="add del">
          <ac:chgData name="Sastha Jeyasri A 24BAD106" userId="83733da1-22b8-4121-9cbd-c6e2835a89e0" providerId="ADAL" clId="{0BCD6231-3D53-46F3-A384-E16EFE2462BD}" dt="2026-07-19T16:49:20.242" v="34" actId="26606"/>
          <ac:spMkLst>
            <pc:docMk/>
            <pc:sldMk cId="95992585" sldId="257"/>
            <ac:spMk id="9" creationId="{42A4FC2C-047E-45A5-965D-8E1E3BF09BC6}"/>
          </ac:spMkLst>
        </pc:spChg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10" creationId="{3783CA14-24A1-485C-8B30-D6A5D87987AD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11" creationId="{83C98ABE-055B-441F-B07E-44F97F083C39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12" creationId="{F3060C83-F051-4F0E-ABAD-AA0DFC48B218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13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14" creationId="{9A97C86A-04D6-40F7-AE84-31AB43E6A846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15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16" creationId="{FF9F2414-84E8-453E-B1F3-389FDE8192D9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17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19T16:49:23.764" v="39" actId="26606"/>
          <ac:spMkLst>
            <pc:docMk/>
            <pc:sldMk cId="95992585" sldId="257"/>
            <ac:spMk id="18" creationId="{3ECA69A1-7536-43AC-85EF-C7106179F5ED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19" creationId="{FF9F2414-84E8-453E-B1F3-389FDE8192D9}"/>
          </ac:spMkLst>
        </pc:spChg>
        <pc:spChg chg="add del">
          <ac:chgData name="Sastha Jeyasri A 24BAD106" userId="83733da1-22b8-4121-9cbd-c6e2835a89e0" providerId="ADAL" clId="{0BCD6231-3D53-46F3-A384-E16EFE2462BD}" dt="2026-07-19T16:49:22.378" v="36" actId="26606"/>
          <ac:spMkLst>
            <pc:docMk/>
            <pc:sldMk cId="95992585" sldId="257"/>
            <ac:spMk id="21" creationId="{3ECA69A1-7536-43AC-85EF-C7106179F5ED}"/>
          </ac:spMkLst>
        </pc:spChg>
        <pc:picChg chg="del">
          <ac:chgData name="Sastha Jeyasri A 24BAD106" userId="83733da1-22b8-4121-9cbd-c6e2835a89e0" providerId="ADAL" clId="{0BCD6231-3D53-46F3-A384-E16EFE2462BD}" dt="2026-07-19T16:47:40.958" v="0" actId="478"/>
          <ac:picMkLst>
            <pc:docMk/>
            <pc:sldMk cId="95992585" sldId="257"/>
            <ac:picMk id="2" creationId="{04E9E1B1-B35D-468E-B6CC-8D709B69B9A9}"/>
          </ac:picMkLst>
        </pc:picChg>
        <pc:picChg chg="add mod">
          <ac:chgData name="Sastha Jeyasri A 24BAD106" userId="83733da1-22b8-4121-9cbd-c6e2835a89e0" providerId="ADAL" clId="{0BCD6231-3D53-46F3-A384-E16EFE2462BD}" dt="2026-07-19T16:49:23.764" v="39" actId="26606"/>
          <ac:picMkLst>
            <pc:docMk/>
            <pc:sldMk cId="95992585" sldId="257"/>
            <ac:picMk id="4" creationId="{B570272E-4B10-11C5-0B8D-52CC2AFF7957}"/>
          </ac:picMkLst>
        </pc:picChg>
      </pc:sldChg>
      <pc:sldChg chg="addSp delSp modSp add mod setBg">
        <pc:chgData name="Sastha Jeyasri A 24BAD106" userId="83733da1-22b8-4121-9cbd-c6e2835a89e0" providerId="ADAL" clId="{0BCD6231-3D53-46F3-A384-E16EFE2462BD}" dt="2026-07-19T16:50:36.924" v="49" actId="14100"/>
        <pc:sldMkLst>
          <pc:docMk/>
          <pc:sldMk cId="822336848" sldId="258"/>
        </pc:sldMkLst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8" creationId="{F3060C83-F051-4F0E-ABAD-AA0DFC48B218}"/>
          </ac:spMkLst>
        </pc:spChg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10" creationId="{83C98ABE-055B-441F-B07E-44F97F083C39}"/>
          </ac:spMkLst>
        </pc:spChg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12" creationId="{29FDB030-9B49-4CED-8CCD-4D99382388AC}"/>
          </ac:spMkLst>
        </pc:spChg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14" creationId="{3783CA14-24A1-485C-8B30-D6A5D87987AD}"/>
          </ac:spMkLst>
        </pc:spChg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16" creationId="{9A97C86A-04D6-40F7-AE84-31AB43E6A846}"/>
          </ac:spMkLst>
        </pc:spChg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18" creationId="{FF9F2414-84E8-453E-B1F3-389FDE8192D9}"/>
          </ac:spMkLst>
        </pc:spChg>
        <pc:spChg chg="add del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20" creationId="{3ECA69A1-7536-43AC-85EF-C7106179F5ED}"/>
          </ac:spMkLst>
        </pc:spChg>
        <pc:spChg chg="add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27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29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19T16:50:27.319" v="46" actId="26606"/>
          <ac:spMkLst>
            <pc:docMk/>
            <pc:sldMk cId="822336848" sldId="258"/>
            <ac:spMk id="33" creationId="{9A97C86A-04D6-40F7-AE84-31AB43E6A846}"/>
          </ac:spMkLst>
        </pc:spChg>
        <pc:picChg chg="add mod">
          <ac:chgData name="Sastha Jeyasri A 24BAD106" userId="83733da1-22b8-4121-9cbd-c6e2835a89e0" providerId="ADAL" clId="{0BCD6231-3D53-46F3-A384-E16EFE2462BD}" dt="2026-07-19T16:50:36.924" v="49" actId="14100"/>
          <ac:picMkLst>
            <pc:docMk/>
            <pc:sldMk cId="822336848" sldId="258"/>
            <ac:picMk id="3" creationId="{9F39B212-7C21-E85B-DC37-2113AF51EF35}"/>
          </ac:picMkLst>
        </pc:picChg>
      </pc:sldChg>
      <pc:sldChg chg="addSp modSp add mod setBg">
        <pc:chgData name="Sastha Jeyasri A 24BAD106" userId="83733da1-22b8-4121-9cbd-c6e2835a89e0" providerId="ADAL" clId="{0BCD6231-3D53-46F3-A384-E16EFE2462BD}" dt="2026-07-19T16:53:36.196" v="55" actId="14100"/>
        <pc:sldMkLst>
          <pc:docMk/>
          <pc:sldMk cId="882847153" sldId="259"/>
        </pc:sldMkLst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8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10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12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14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16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18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19T16:53:25.232" v="53" actId="26606"/>
          <ac:spMkLst>
            <pc:docMk/>
            <pc:sldMk cId="882847153" sldId="259"/>
            <ac:spMk id="20" creationId="{3ECA69A1-7536-43AC-85EF-C7106179F5ED}"/>
          </ac:spMkLst>
        </pc:spChg>
        <pc:picChg chg="add mod">
          <ac:chgData name="Sastha Jeyasri A 24BAD106" userId="83733da1-22b8-4121-9cbd-c6e2835a89e0" providerId="ADAL" clId="{0BCD6231-3D53-46F3-A384-E16EFE2462BD}" dt="2026-07-19T16:53:36.196" v="55" actId="14100"/>
          <ac:picMkLst>
            <pc:docMk/>
            <pc:sldMk cId="882847153" sldId="259"/>
            <ac:picMk id="3" creationId="{4BD757E4-E4AA-7D32-E275-CE60D5D4C9E2}"/>
          </ac:picMkLst>
        </pc:picChg>
      </pc:sldChg>
      <pc:sldChg chg="addSp modSp add mod setBg">
        <pc:chgData name="Sastha Jeyasri A 24BAD106" userId="83733da1-22b8-4121-9cbd-c6e2835a89e0" providerId="ADAL" clId="{0BCD6231-3D53-46F3-A384-E16EFE2462BD}" dt="2026-07-19T16:51:31.404" v="51" actId="26606"/>
        <pc:sldMkLst>
          <pc:docMk/>
          <pc:sldMk cId="1646626097" sldId="260"/>
        </pc:sldMkLst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8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10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12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14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16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18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19T16:51:31.404" v="51" actId="26606"/>
          <ac:spMkLst>
            <pc:docMk/>
            <pc:sldMk cId="1646626097" sldId="260"/>
            <ac:spMk id="20" creationId="{3ECA69A1-7536-43AC-85EF-C7106179F5ED}"/>
          </ac:spMkLst>
        </pc:spChg>
        <pc:picChg chg="add mod">
          <ac:chgData name="Sastha Jeyasri A 24BAD106" userId="83733da1-22b8-4121-9cbd-c6e2835a89e0" providerId="ADAL" clId="{0BCD6231-3D53-46F3-A384-E16EFE2462BD}" dt="2026-07-19T16:51:31.404" v="51" actId="26606"/>
          <ac:picMkLst>
            <pc:docMk/>
            <pc:sldMk cId="1646626097" sldId="260"/>
            <ac:picMk id="3" creationId="{ADA94113-539E-E6EC-2AEE-17425CA4CC9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slide1">
            <a:extLst>
              <a:ext uri="{FF2B5EF4-FFF2-40B4-BE49-F238E27FC236}">
                <a16:creationId xmlns:a16="http://schemas.microsoft.com/office/drawing/2014/main" id="{F5A2AB0A-9727-41D8-8047-45BC3DA0A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tx2"/>
                </a:solidFill>
              </a:rPr>
              <a:t>24BAD106_TABLEAU_LAB1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C535581A-8E2B-4048-971B-8263B4B42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File created on: 18-07-2026 22:14:17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0272E-4B10-11C5-0B8D-52CC2AFF7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  <a:ln>
            <a:noFill/>
          </a:ln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F23BF-A602-7784-6D62-49BDB88F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9B212-7C21-E85B-DC37-2113AF51E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675409"/>
            <a:ext cx="11087869" cy="5440092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3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B6F4B-7174-5A79-70A7-0DAAA3E8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94113-539E-E6EC-2AEE-17425CA4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48097"/>
            <a:ext cx="10905066" cy="496180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2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ED44B-02FD-F74F-09C2-BC14B8EF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D757E4-E4AA-7D32-E275-CE60D5D4C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27" y="494789"/>
            <a:ext cx="11336482" cy="571974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4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24BAD106_TABLEAU_LAB1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Sastha Jeyasri A 24BAD106</cp:lastModifiedBy>
  <cp:revision>1</cp:revision>
  <dcterms:created xsi:type="dcterms:W3CDTF">2026-07-19T16:44:18Z</dcterms:created>
  <dcterms:modified xsi:type="dcterms:W3CDTF">2026-07-19T16:54:27Z</dcterms:modified>
</cp:coreProperties>
</file>