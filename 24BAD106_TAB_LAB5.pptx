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80C8B86-8B34-4E39-9917-C7D1C34CF31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24BAD106_TLAB5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5E45E7B-7835-42CA-B404-753F5CE974D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28-07-2026 21:22:52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Null Check Before Vs After" id="2" name="slide2">
            <a:extLst>
              <a:ext uri="{FF2B5EF4-FFF2-40B4-BE49-F238E27FC236}">
                <a16:creationId xmlns:a16="http://schemas.microsoft.com/office/drawing/2014/main" id="{ABEBC374-15AD-4587-8CFA-93F2CDA522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175" y="0"/>
            <a:ext cx="34076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nc" id="3" name="slide3">
            <a:extLst>
              <a:ext uri="{FF2B5EF4-FFF2-40B4-BE49-F238E27FC236}">
                <a16:creationId xmlns:a16="http://schemas.microsoft.com/office/drawing/2014/main" id="{963A4E69-6D39-4FF8-A150-32021C7AA9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096" y="0"/>
            <a:ext cx="3757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nc" id="4" name="slide4">
            <a:extLst>
              <a:ext uri="{FF2B5EF4-FFF2-40B4-BE49-F238E27FC236}">
                <a16:creationId xmlns:a16="http://schemas.microsoft.com/office/drawing/2014/main" id="{ECF5D9CE-528E-42E2-A0BF-25FF005574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079" y="0"/>
            <a:ext cx="3627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nc " id="5" name="slide5">
            <a:extLst>
              <a:ext uri="{FF2B5EF4-FFF2-40B4-BE49-F238E27FC236}">
                <a16:creationId xmlns:a16="http://schemas.microsoft.com/office/drawing/2014/main" id="{7365509B-3879-4366-A91F-4B6EE6FF91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55" y="0"/>
            <a:ext cx="3774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e Hierarchy" id="6" name="slide6">
            <a:extLst>
              <a:ext uri="{FF2B5EF4-FFF2-40B4-BE49-F238E27FC236}">
                <a16:creationId xmlns:a16="http://schemas.microsoft.com/office/drawing/2014/main" id="{41DB9373-5A18-4BBB-BAAF-61C3F1E0AD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3128"/>
            <a:ext cx="12192000" cy="1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Region" id="7" name="slide7">
            <a:extLst>
              <a:ext uri="{FF2B5EF4-FFF2-40B4-BE49-F238E27FC236}">
                <a16:creationId xmlns:a16="http://schemas.microsoft.com/office/drawing/2014/main" id="{D61F968D-38E2-40B2-AC31-489B3D842A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9491"/>
            <a:ext cx="12192000" cy="183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Category" id="8" name="slide8">
            <a:extLst>
              <a:ext uri="{FF2B5EF4-FFF2-40B4-BE49-F238E27FC236}">
                <a16:creationId xmlns:a16="http://schemas.microsoft.com/office/drawing/2014/main" id="{1D4A0B9D-E9DB-4AFD-B03B-13F2CACC4B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1860"/>
            <a:ext cx="12192000" cy="169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lected KPI" id="9" name="slide9">
            <a:extLst>
              <a:ext uri="{FF2B5EF4-FFF2-40B4-BE49-F238E27FC236}">
                <a16:creationId xmlns:a16="http://schemas.microsoft.com/office/drawing/2014/main" id="{2B4A3BC2-F09D-4431-9F2D-67A7AD5FEBD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464" y="0"/>
            <a:ext cx="1897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sales" id="10" name="slide10">
            <a:extLst>
              <a:ext uri="{FF2B5EF4-FFF2-40B4-BE49-F238E27FC236}">
                <a16:creationId xmlns:a16="http://schemas.microsoft.com/office/drawing/2014/main" id="{8A77CDF3-1E81-4303-8074-F9FF6995D53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87" y="2019300"/>
            <a:ext cx="24860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profit" id="11" name="slide11">
            <a:extLst>
              <a:ext uri="{FF2B5EF4-FFF2-40B4-BE49-F238E27FC236}">
                <a16:creationId xmlns:a16="http://schemas.microsoft.com/office/drawing/2014/main" id="{2761CCEA-5408-44ED-8784-B4696D325D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50" y="1995487"/>
            <a:ext cx="20193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Product" id="12" name="slide12">
            <a:extLst>
              <a:ext uri="{FF2B5EF4-FFF2-40B4-BE49-F238E27FC236}">
                <a16:creationId xmlns:a16="http://schemas.microsoft.com/office/drawing/2014/main" id="{DDE5CD3E-64C0-46F0-89A7-D327A7968AB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9009"/>
            <a:ext cx="12192000" cy="421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Trend" id="13" name="slide13">
            <a:extLst>
              <a:ext uri="{FF2B5EF4-FFF2-40B4-BE49-F238E27FC236}">
                <a16:creationId xmlns:a16="http://schemas.microsoft.com/office/drawing/2014/main" id="{4CC27EE3-39FA-4AA2-B26F-0806D8AD3F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393" y="0"/>
            <a:ext cx="2247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gional Sales Map" id="14" name="slide14">
            <a:extLst>
              <a:ext uri="{FF2B5EF4-FFF2-40B4-BE49-F238E27FC236}">
                <a16:creationId xmlns:a16="http://schemas.microsoft.com/office/drawing/2014/main" id="{2DFB8C0B-0B07-407C-8E2D-03D33F6B78B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22" y="0"/>
            <a:ext cx="11318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15" name="slide15">
            <a:extLst>
              <a:ext uri="{FF2B5EF4-FFF2-40B4-BE49-F238E27FC236}">
                <a16:creationId xmlns:a16="http://schemas.microsoft.com/office/drawing/2014/main" id="{3A86ADB8-7B62-47D5-9B4B-9D422963A6B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2026-07-28T15:52:54Z</dcterms:created>
  <dcterms:modified xsi:type="dcterms:W3CDTF">2026-07-28T15:52:54Z</dcterms:modified>
</cp:coreProperties>
</file>