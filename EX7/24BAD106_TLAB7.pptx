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tha Jeyasri A 24BAD106" userId="83733da1-22b8-4121-9cbd-c6e2835a89e0" providerId="ADAL" clId="{0BCD6231-3D53-46F3-A384-E16EFE2462BD}"/>
    <pc:docChg chg="custSel modSld">
      <pc:chgData name="Sastha Jeyasri A 24BAD106" userId="83733da1-22b8-4121-9cbd-c6e2835a89e0" providerId="ADAL" clId="{0BCD6231-3D53-46F3-A384-E16EFE2462BD}" dt="2026-08-15T06:51:28.208" v="8" actId="26606"/>
      <pc:docMkLst>
        <pc:docMk/>
      </pc:docMkLst>
      <pc:sldChg chg="addSp delSp modSp mod setBg">
        <pc:chgData name="Sastha Jeyasri A 24BAD106" userId="83733da1-22b8-4121-9cbd-c6e2835a89e0" providerId="ADAL" clId="{0BCD6231-3D53-46F3-A384-E16EFE2462BD}" dt="2026-08-15T06:51:28.208" v="8" actId="26606"/>
        <pc:sldMkLst>
          <pc:docMk/>
          <pc:sldMk cId="95992585" sldId="256"/>
        </pc:sldMkLst>
        <pc:spChg chg="mod">
          <ac:chgData name="Sastha Jeyasri A 24BAD106" userId="83733da1-22b8-4121-9cbd-c6e2835a89e0" providerId="ADAL" clId="{0BCD6231-3D53-46F3-A384-E16EFE2462BD}" dt="2026-08-15T06:51:28.208" v="8" actId="26606"/>
          <ac:spMkLst>
            <pc:docMk/>
            <pc:sldMk cId="95992585" sldId="256"/>
            <ac:spMk id="2" creationId="{F9BF0DB0-F171-4ACF-9752-A3B147B118A5}"/>
          </ac:spMkLst>
        </pc:spChg>
        <pc:spChg chg="mod">
          <ac:chgData name="Sastha Jeyasri A 24BAD106" userId="83733da1-22b8-4121-9cbd-c6e2835a89e0" providerId="ADAL" clId="{0BCD6231-3D53-46F3-A384-E16EFE2462BD}" dt="2026-08-15T06:51:28.208" v="8" actId="26606"/>
          <ac:spMkLst>
            <pc:docMk/>
            <pc:sldMk cId="95992585" sldId="256"/>
            <ac:spMk id="3" creationId="{54B2B2D6-1095-4D38-B6E0-136A681A1C68}"/>
          </ac:spMkLst>
        </pc:spChg>
        <pc:spChg chg="add del">
          <ac:chgData name="Sastha Jeyasri A 24BAD106" userId="83733da1-22b8-4121-9cbd-c6e2835a89e0" providerId="ADAL" clId="{0BCD6231-3D53-46F3-A384-E16EFE2462BD}" dt="2026-08-15T06:51:28.208" v="8" actId="26606"/>
          <ac:spMkLst>
            <pc:docMk/>
            <pc:sldMk cId="95992585" sldId="256"/>
            <ac:spMk id="8" creationId="{FFD48BC7-DC40-47DE-87EE-9F4B6ECB9ABB}"/>
          </ac:spMkLst>
        </pc:spChg>
        <pc:spChg chg="add del">
          <ac:chgData name="Sastha Jeyasri A 24BAD106" userId="83733da1-22b8-4121-9cbd-c6e2835a89e0" providerId="ADAL" clId="{0BCD6231-3D53-46F3-A384-E16EFE2462BD}" dt="2026-08-15T06:51:28.208" v="8" actId="26606"/>
          <ac:spMkLst>
            <pc:docMk/>
            <pc:sldMk cId="95992585" sldId="256"/>
            <ac:spMk id="10" creationId="{E502BBC7-2C76-46F3-BC24-5985BC13DB88}"/>
          </ac:spMkLst>
        </pc:spChg>
        <pc:spChg chg="add del">
          <ac:chgData name="Sastha Jeyasri A 24BAD106" userId="83733da1-22b8-4121-9cbd-c6e2835a89e0" providerId="ADAL" clId="{0BCD6231-3D53-46F3-A384-E16EFE2462BD}" dt="2026-08-15T06:51:28.208" v="8" actId="26606"/>
          <ac:spMkLst>
            <pc:docMk/>
            <pc:sldMk cId="95992585" sldId="256"/>
            <ac:spMk id="12" creationId="{C7F28D52-2A5F-4D23-81AE-7CB8B591C7AF}"/>
          </ac:spMkLst>
        </pc:spChg>
        <pc:spChg chg="add del">
          <ac:chgData name="Sastha Jeyasri A 24BAD106" userId="83733da1-22b8-4121-9cbd-c6e2835a89e0" providerId="ADAL" clId="{0BCD6231-3D53-46F3-A384-E16EFE2462BD}" dt="2026-08-15T06:51:28.208" v="8" actId="26606"/>
          <ac:spMkLst>
            <pc:docMk/>
            <pc:sldMk cId="95992585" sldId="256"/>
            <ac:spMk id="14" creationId="{3629484E-3792-4B3D-89AD-7C8A1ED0E0D4}"/>
          </ac:spMkLst>
        </pc:spChg>
        <pc:spChg chg="add">
          <ac:chgData name="Sastha Jeyasri A 24BAD106" userId="83733da1-22b8-4121-9cbd-c6e2835a89e0" providerId="ADAL" clId="{0BCD6231-3D53-46F3-A384-E16EFE2462BD}" dt="2026-08-15T06:51:28.208" v="8" actId="26606"/>
          <ac:spMkLst>
            <pc:docMk/>
            <pc:sldMk cId="95992585" sldId="256"/>
            <ac:spMk id="19" creationId="{289ED1AA-8684-4D37-B208-8777E1A7780D}"/>
          </ac:spMkLst>
        </pc:spChg>
        <pc:spChg chg="add">
          <ac:chgData name="Sastha Jeyasri A 24BAD106" userId="83733da1-22b8-4121-9cbd-c6e2835a89e0" providerId="ADAL" clId="{0BCD6231-3D53-46F3-A384-E16EFE2462BD}" dt="2026-08-15T06:51:28.208" v="8" actId="26606"/>
          <ac:spMkLst>
            <pc:docMk/>
            <pc:sldMk cId="95992585" sldId="256"/>
            <ac:spMk id="21" creationId="{4180E01B-B1F4-437C-807D-1C930718EE64}"/>
          </ac:spMkLst>
        </pc:spChg>
        <pc:spChg chg="add">
          <ac:chgData name="Sastha Jeyasri A 24BAD106" userId="83733da1-22b8-4121-9cbd-c6e2835a89e0" providerId="ADAL" clId="{0BCD6231-3D53-46F3-A384-E16EFE2462BD}" dt="2026-08-15T06:51:28.208" v="8" actId="26606"/>
          <ac:spMkLst>
            <pc:docMk/>
            <pc:sldMk cId="95992585" sldId="256"/>
            <ac:spMk id="23" creationId="{41F77738-2AF0-4750-A0C7-F97C2C17590E}"/>
          </ac:spMkLst>
        </pc:spChg>
      </pc:sldChg>
      <pc:sldChg chg="addSp modSp mod setBg">
        <pc:chgData name="Sastha Jeyasri A 24BAD106" userId="83733da1-22b8-4121-9cbd-c6e2835a89e0" providerId="ADAL" clId="{0BCD6231-3D53-46F3-A384-E16EFE2462BD}" dt="2026-08-15T06:50:41.345" v="1" actId="26606"/>
        <pc:sldMkLst>
          <pc:docMk/>
          <pc:sldMk cId="95992585" sldId="257"/>
        </pc:sldMkLst>
        <pc:spChg chg="add">
          <ac:chgData name="Sastha Jeyasri A 24BAD106" userId="83733da1-22b8-4121-9cbd-c6e2835a89e0" providerId="ADAL" clId="{0BCD6231-3D53-46F3-A384-E16EFE2462BD}" dt="2026-08-15T06:50:41.345" v="1" actId="26606"/>
          <ac:spMkLst>
            <pc:docMk/>
            <pc:sldMk cId="95992585" sldId="257"/>
            <ac:spMk id="7" creationId="{DA2E7C1E-2B5A-4BBA-AE51-1CD8C19309D7}"/>
          </ac:spMkLst>
        </pc:spChg>
        <pc:spChg chg="add">
          <ac:chgData name="Sastha Jeyasri A 24BAD106" userId="83733da1-22b8-4121-9cbd-c6e2835a89e0" providerId="ADAL" clId="{0BCD6231-3D53-46F3-A384-E16EFE2462BD}" dt="2026-08-15T06:50:41.345" v="1" actId="26606"/>
          <ac:spMkLst>
            <pc:docMk/>
            <pc:sldMk cId="95992585" sldId="257"/>
            <ac:spMk id="9" creationId="{43DF76B1-5174-4FAF-9D19-FFEE98426836}"/>
          </ac:spMkLst>
        </pc:spChg>
        <pc:picChg chg="mod">
          <ac:chgData name="Sastha Jeyasri A 24BAD106" userId="83733da1-22b8-4121-9cbd-c6e2835a89e0" providerId="ADAL" clId="{0BCD6231-3D53-46F3-A384-E16EFE2462BD}" dt="2026-08-15T06:50:41.345" v="1" actId="26606"/>
          <ac:picMkLst>
            <pc:docMk/>
            <pc:sldMk cId="95992585" sldId="257"/>
            <ac:picMk id="2" creationId="{DB23E14F-F1EF-4127-8052-5004D7B458C0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8-15T06:50:47.209" v="2" actId="26606"/>
        <pc:sldMkLst>
          <pc:docMk/>
          <pc:sldMk cId="95992585" sldId="258"/>
        </pc:sldMkLst>
        <pc:spChg chg="add">
          <ac:chgData name="Sastha Jeyasri A 24BAD106" userId="83733da1-22b8-4121-9cbd-c6e2835a89e0" providerId="ADAL" clId="{0BCD6231-3D53-46F3-A384-E16EFE2462BD}" dt="2026-08-15T06:50:47.209" v="2" actId="26606"/>
          <ac:spMkLst>
            <pc:docMk/>
            <pc:sldMk cId="95992585" sldId="258"/>
            <ac:spMk id="8" creationId="{DA2E7C1E-2B5A-4BBA-AE51-1CD8C19309D7}"/>
          </ac:spMkLst>
        </pc:spChg>
        <pc:spChg chg="add">
          <ac:chgData name="Sastha Jeyasri A 24BAD106" userId="83733da1-22b8-4121-9cbd-c6e2835a89e0" providerId="ADAL" clId="{0BCD6231-3D53-46F3-A384-E16EFE2462BD}" dt="2026-08-15T06:50:47.209" v="2" actId="26606"/>
          <ac:spMkLst>
            <pc:docMk/>
            <pc:sldMk cId="95992585" sldId="258"/>
            <ac:spMk id="10" creationId="{43DF76B1-5174-4FAF-9D19-FFEE98426836}"/>
          </ac:spMkLst>
        </pc:spChg>
        <pc:picChg chg="mod">
          <ac:chgData name="Sastha Jeyasri A 24BAD106" userId="83733da1-22b8-4121-9cbd-c6e2835a89e0" providerId="ADAL" clId="{0BCD6231-3D53-46F3-A384-E16EFE2462BD}" dt="2026-08-15T06:50:47.209" v="2" actId="26606"/>
          <ac:picMkLst>
            <pc:docMk/>
            <pc:sldMk cId="95992585" sldId="258"/>
            <ac:picMk id="3" creationId="{F0434F12-5FEB-4048-9BC9-D7F7ECFF3FA3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8-15T06:50:51.010" v="3" actId="26606"/>
        <pc:sldMkLst>
          <pc:docMk/>
          <pc:sldMk cId="95992585" sldId="259"/>
        </pc:sldMkLst>
        <pc:spChg chg="add">
          <ac:chgData name="Sastha Jeyasri A 24BAD106" userId="83733da1-22b8-4121-9cbd-c6e2835a89e0" providerId="ADAL" clId="{0BCD6231-3D53-46F3-A384-E16EFE2462BD}" dt="2026-08-15T06:50:51.010" v="3" actId="26606"/>
          <ac:spMkLst>
            <pc:docMk/>
            <pc:sldMk cId="95992585" sldId="259"/>
            <ac:spMk id="9" creationId="{DA2E7C1E-2B5A-4BBA-AE51-1CD8C19309D7}"/>
          </ac:spMkLst>
        </pc:spChg>
        <pc:spChg chg="add">
          <ac:chgData name="Sastha Jeyasri A 24BAD106" userId="83733da1-22b8-4121-9cbd-c6e2835a89e0" providerId="ADAL" clId="{0BCD6231-3D53-46F3-A384-E16EFE2462BD}" dt="2026-08-15T06:50:51.010" v="3" actId="26606"/>
          <ac:spMkLst>
            <pc:docMk/>
            <pc:sldMk cId="95992585" sldId="259"/>
            <ac:spMk id="11" creationId="{43DF76B1-5174-4FAF-9D19-FFEE98426836}"/>
          </ac:spMkLst>
        </pc:spChg>
        <pc:picChg chg="mod">
          <ac:chgData name="Sastha Jeyasri A 24BAD106" userId="83733da1-22b8-4121-9cbd-c6e2835a89e0" providerId="ADAL" clId="{0BCD6231-3D53-46F3-A384-E16EFE2462BD}" dt="2026-08-15T06:50:51.010" v="3" actId="26606"/>
          <ac:picMkLst>
            <pc:docMk/>
            <pc:sldMk cId="95992585" sldId="259"/>
            <ac:picMk id="4" creationId="{948E1BF1-85CF-4669-81DA-B11BC8089B21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8-15T06:50:55.702" v="4" actId="26606"/>
        <pc:sldMkLst>
          <pc:docMk/>
          <pc:sldMk cId="95992585" sldId="260"/>
        </pc:sldMkLst>
        <pc:spChg chg="add">
          <ac:chgData name="Sastha Jeyasri A 24BAD106" userId="83733da1-22b8-4121-9cbd-c6e2835a89e0" providerId="ADAL" clId="{0BCD6231-3D53-46F3-A384-E16EFE2462BD}" dt="2026-08-15T06:50:55.702" v="4" actId="26606"/>
          <ac:spMkLst>
            <pc:docMk/>
            <pc:sldMk cId="95992585" sldId="260"/>
            <ac:spMk id="10" creationId="{DA2E7C1E-2B5A-4BBA-AE51-1CD8C19309D7}"/>
          </ac:spMkLst>
        </pc:spChg>
        <pc:spChg chg="add">
          <ac:chgData name="Sastha Jeyasri A 24BAD106" userId="83733da1-22b8-4121-9cbd-c6e2835a89e0" providerId="ADAL" clId="{0BCD6231-3D53-46F3-A384-E16EFE2462BD}" dt="2026-08-15T06:50:55.702" v="4" actId="26606"/>
          <ac:spMkLst>
            <pc:docMk/>
            <pc:sldMk cId="95992585" sldId="260"/>
            <ac:spMk id="12" creationId="{43DF76B1-5174-4FAF-9D19-FFEE98426836}"/>
          </ac:spMkLst>
        </pc:spChg>
        <pc:picChg chg="mod">
          <ac:chgData name="Sastha Jeyasri A 24BAD106" userId="83733da1-22b8-4121-9cbd-c6e2835a89e0" providerId="ADAL" clId="{0BCD6231-3D53-46F3-A384-E16EFE2462BD}" dt="2026-08-15T06:50:55.702" v="4" actId="26606"/>
          <ac:picMkLst>
            <pc:docMk/>
            <pc:sldMk cId="95992585" sldId="260"/>
            <ac:picMk id="5" creationId="{9D96A2FF-D21B-48A6-AC2C-11FF61C91A08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8-15T06:51:00.834" v="5" actId="26606"/>
        <pc:sldMkLst>
          <pc:docMk/>
          <pc:sldMk cId="95992585" sldId="261"/>
        </pc:sldMkLst>
        <pc:spChg chg="add">
          <ac:chgData name="Sastha Jeyasri A 24BAD106" userId="83733da1-22b8-4121-9cbd-c6e2835a89e0" providerId="ADAL" clId="{0BCD6231-3D53-46F3-A384-E16EFE2462BD}" dt="2026-08-15T06:51:00.834" v="5" actId="26606"/>
          <ac:spMkLst>
            <pc:docMk/>
            <pc:sldMk cId="95992585" sldId="261"/>
            <ac:spMk id="11" creationId="{DA2E7C1E-2B5A-4BBA-AE51-1CD8C19309D7}"/>
          </ac:spMkLst>
        </pc:spChg>
        <pc:spChg chg="add">
          <ac:chgData name="Sastha Jeyasri A 24BAD106" userId="83733da1-22b8-4121-9cbd-c6e2835a89e0" providerId="ADAL" clId="{0BCD6231-3D53-46F3-A384-E16EFE2462BD}" dt="2026-08-15T06:51:00.834" v="5" actId="26606"/>
          <ac:spMkLst>
            <pc:docMk/>
            <pc:sldMk cId="95992585" sldId="261"/>
            <ac:spMk id="13" creationId="{43DF76B1-5174-4FAF-9D19-FFEE98426836}"/>
          </ac:spMkLst>
        </pc:spChg>
        <pc:picChg chg="mod">
          <ac:chgData name="Sastha Jeyasri A 24BAD106" userId="83733da1-22b8-4121-9cbd-c6e2835a89e0" providerId="ADAL" clId="{0BCD6231-3D53-46F3-A384-E16EFE2462BD}" dt="2026-08-15T06:51:00.834" v="5" actId="26606"/>
          <ac:picMkLst>
            <pc:docMk/>
            <pc:sldMk cId="95992585" sldId="261"/>
            <ac:picMk id="6" creationId="{1E682933-A03B-4CBD-BC18-AF208D537ECF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8-15T06:51:06.716" v="6" actId="26606"/>
        <pc:sldMkLst>
          <pc:docMk/>
          <pc:sldMk cId="95992585" sldId="262"/>
        </pc:sldMkLst>
        <pc:spChg chg="add">
          <ac:chgData name="Sastha Jeyasri A 24BAD106" userId="83733da1-22b8-4121-9cbd-c6e2835a89e0" providerId="ADAL" clId="{0BCD6231-3D53-46F3-A384-E16EFE2462BD}" dt="2026-08-15T06:51:06.716" v="6" actId="26606"/>
          <ac:spMkLst>
            <pc:docMk/>
            <pc:sldMk cId="95992585" sldId="262"/>
            <ac:spMk id="12" creationId="{DA2E7C1E-2B5A-4BBA-AE51-1CD8C19309D7}"/>
          </ac:spMkLst>
        </pc:spChg>
        <pc:spChg chg="add">
          <ac:chgData name="Sastha Jeyasri A 24BAD106" userId="83733da1-22b8-4121-9cbd-c6e2835a89e0" providerId="ADAL" clId="{0BCD6231-3D53-46F3-A384-E16EFE2462BD}" dt="2026-08-15T06:51:06.716" v="6" actId="26606"/>
          <ac:spMkLst>
            <pc:docMk/>
            <pc:sldMk cId="95992585" sldId="262"/>
            <ac:spMk id="14" creationId="{43DF76B1-5174-4FAF-9D19-FFEE98426836}"/>
          </ac:spMkLst>
        </pc:spChg>
        <pc:picChg chg="mod">
          <ac:chgData name="Sastha Jeyasri A 24BAD106" userId="83733da1-22b8-4121-9cbd-c6e2835a89e0" providerId="ADAL" clId="{0BCD6231-3D53-46F3-A384-E16EFE2462BD}" dt="2026-08-15T06:51:06.716" v="6" actId="26606"/>
          <ac:picMkLst>
            <pc:docMk/>
            <pc:sldMk cId="95992585" sldId="262"/>
            <ac:picMk id="7" creationId="{4270C279-D492-4A80-A5DC-6D29801C9F6B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8-15T06:51:11.845" v="7" actId="26606"/>
        <pc:sldMkLst>
          <pc:docMk/>
          <pc:sldMk cId="95992585" sldId="263"/>
        </pc:sldMkLst>
        <pc:spChg chg="add">
          <ac:chgData name="Sastha Jeyasri A 24BAD106" userId="83733da1-22b8-4121-9cbd-c6e2835a89e0" providerId="ADAL" clId="{0BCD6231-3D53-46F3-A384-E16EFE2462BD}" dt="2026-08-15T06:51:11.845" v="7" actId="26606"/>
          <ac:spMkLst>
            <pc:docMk/>
            <pc:sldMk cId="95992585" sldId="263"/>
            <ac:spMk id="13" creationId="{DA2E7C1E-2B5A-4BBA-AE51-1CD8C19309D7}"/>
          </ac:spMkLst>
        </pc:spChg>
        <pc:spChg chg="add">
          <ac:chgData name="Sastha Jeyasri A 24BAD106" userId="83733da1-22b8-4121-9cbd-c6e2835a89e0" providerId="ADAL" clId="{0BCD6231-3D53-46F3-A384-E16EFE2462BD}" dt="2026-08-15T06:51:11.845" v="7" actId="26606"/>
          <ac:spMkLst>
            <pc:docMk/>
            <pc:sldMk cId="95992585" sldId="263"/>
            <ac:spMk id="15" creationId="{43DF76B1-5174-4FAF-9D19-FFEE98426836}"/>
          </ac:spMkLst>
        </pc:spChg>
        <pc:picChg chg="mod">
          <ac:chgData name="Sastha Jeyasri A 24BAD106" userId="83733da1-22b8-4121-9cbd-c6e2835a89e0" providerId="ADAL" clId="{0BCD6231-3D53-46F3-A384-E16EFE2462BD}" dt="2026-08-15T06:51:11.845" v="7" actId="26606"/>
          <ac:picMkLst>
            <pc:docMk/>
            <pc:sldMk cId="95992585" sldId="263"/>
            <ac:picMk id="8" creationId="{7CF0F0FF-8E8D-4068-B12D-40ACBE0F5E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slide1">
            <a:extLst>
              <a:ext uri="{FF2B5EF4-FFF2-40B4-BE49-F238E27FC236}">
                <a16:creationId xmlns:a16="http://schemas.microsoft.com/office/drawing/2014/main" id="{F9BF0DB0-F171-4ACF-9752-A3B147B11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en-IN" sz="6600">
                <a:solidFill>
                  <a:srgbClr val="FFFFFF"/>
                </a:solidFill>
              </a:rPr>
              <a:t>24BAD106_TLAB7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54B2B2D6-1095-4D38-B6E0-136A681A1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File created on: 15-08-2026 12:19:32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slide2" descr="visual from both sources">
            <a:extLst>
              <a:ext uri="{FF2B5EF4-FFF2-40B4-BE49-F238E27FC236}">
                <a16:creationId xmlns:a16="http://schemas.microsoft.com/office/drawing/2014/main" id="{DB23E14F-F1EF-4127-8052-5004D7B45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042" y="914400"/>
            <a:ext cx="4463715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slide3" descr="Total Sales KPI">
            <a:extLst>
              <a:ext uri="{FF2B5EF4-FFF2-40B4-BE49-F238E27FC236}">
                <a16:creationId xmlns:a16="http://schemas.microsoft.com/office/drawing/2014/main" id="{F0434F12-5FEB-4048-9BC9-D7F7ECFF3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810" y="914400"/>
            <a:ext cx="8414179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lide4" descr="Target Achievement KPI">
            <a:extLst>
              <a:ext uri="{FF2B5EF4-FFF2-40B4-BE49-F238E27FC236}">
                <a16:creationId xmlns:a16="http://schemas.microsoft.com/office/drawing/2014/main" id="{948E1BF1-85CF-4669-81DA-B11BC8089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605" y="914400"/>
            <a:ext cx="5788589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de5" descr="bullet chart">
            <a:extLst>
              <a:ext uri="{FF2B5EF4-FFF2-40B4-BE49-F238E27FC236}">
                <a16:creationId xmlns:a16="http://schemas.microsoft.com/office/drawing/2014/main" id="{9D96A2FF-D21B-48A6-AC2C-11FF61C91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017970"/>
            <a:ext cx="10134600" cy="276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de6" descr="barchart">
            <a:extLst>
              <a:ext uri="{FF2B5EF4-FFF2-40B4-BE49-F238E27FC236}">
                <a16:creationId xmlns:a16="http://schemas.microsoft.com/office/drawing/2014/main" id="{1E682933-A03B-4CBD-BC18-AF208D537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65" y="914400"/>
            <a:ext cx="8046670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lide7" descr="map">
            <a:extLst>
              <a:ext uri="{FF2B5EF4-FFF2-40B4-BE49-F238E27FC236}">
                <a16:creationId xmlns:a16="http://schemas.microsoft.com/office/drawing/2014/main" id="{4270C279-D492-4A80-A5DC-6D29801C9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805" y="914400"/>
            <a:ext cx="8386189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lide8" descr="Dashboard">
            <a:extLst>
              <a:ext uri="{FF2B5EF4-FFF2-40B4-BE49-F238E27FC236}">
                <a16:creationId xmlns:a16="http://schemas.microsoft.com/office/drawing/2014/main" id="{7CF0F0FF-8E8D-4068-B12D-40ACBE0F5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271" y="914400"/>
            <a:ext cx="9695258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24BAD106_TLAB7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Sastha Jeyasri A 24BAD106</cp:lastModifiedBy>
  <cp:revision>1</cp:revision>
  <dcterms:created xsi:type="dcterms:W3CDTF">2026-08-15T06:49:35Z</dcterms:created>
  <dcterms:modified xsi:type="dcterms:W3CDTF">2026-08-15T06:51:38Z</dcterms:modified>
</cp:coreProperties>
</file>